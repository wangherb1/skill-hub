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04672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/>
            </a:pPr>
            <a:r>
              <a:t>Editable review copy: Fig_03_general_mechanism_chain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