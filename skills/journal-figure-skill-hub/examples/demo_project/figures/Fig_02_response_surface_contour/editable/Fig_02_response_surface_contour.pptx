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04672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Editable review copy: Fig_02_response_surface_contour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